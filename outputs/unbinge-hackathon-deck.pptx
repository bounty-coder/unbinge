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3ca1c0e39f4efb" /><Relationship Type="http://schemas.openxmlformats.org/officeDocument/2006/relationships/extended-properties" Target="/docProps/app.xml" Id="Rffc75949733243a7" /><Relationship Type="http://schemas.openxmlformats.org/officeDocument/2006/relationships/officeDocument" Target="/ppt/presentation.xml" Id="R48a3287c49ff49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0a20b937bc451a"/>
  </p:sldMasterIdLst>
  <p:notesMasterIdLst>
    <p:notesMasterId xmlns:r="http://schemas.openxmlformats.org/officeDocument/2006/relationships" r:id="R610de68712504fce"/>
  </p:notesMasterIdLst>
  <p:sldIdLst>
    <p:sldId xmlns:r="http://schemas.openxmlformats.org/officeDocument/2006/relationships" id="256" r:id="Rfdf8da9fb5e149c1"/>
    <p:sldId xmlns:r="http://schemas.openxmlformats.org/officeDocument/2006/relationships" id="257" r:id="R4967fc0562b94299"/>
    <p:sldId xmlns:r="http://schemas.openxmlformats.org/officeDocument/2006/relationships" id="258" r:id="Rf4b0e85f9d2e4011"/>
    <p:sldId xmlns:r="http://schemas.openxmlformats.org/officeDocument/2006/relationships" id="259" r:id="R0753b566251b4a50"/>
    <p:sldId xmlns:r="http://schemas.openxmlformats.org/officeDocument/2006/relationships" id="260" r:id="R254033279ee44fc5"/>
    <p:sldId xmlns:r="http://schemas.openxmlformats.org/officeDocument/2006/relationships" id="261" r:id="R0c57a100bc924ab9"/>
    <p:sldId xmlns:r="http://schemas.openxmlformats.org/officeDocument/2006/relationships" id="262" r:id="R6236b171327a4862"/>
    <p:sldId xmlns:r="http://schemas.openxmlformats.org/officeDocument/2006/relationships" id="263" r:id="Rd03b348615c54112"/>
    <p:sldId xmlns:r="http://schemas.openxmlformats.org/officeDocument/2006/relationships" id="264" r:id="R76f29a166dc442c3"/>
    <p:sldId xmlns:r="http://schemas.openxmlformats.org/officeDocument/2006/relationships" id="265" r:id="Re63c766bd35b4d0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f1761bd35b4b5d" /><Relationship Type="http://schemas.openxmlformats.org/officeDocument/2006/relationships/slideMaster" Target="/ppt/slideMasters/slideMaster1.xml" Id="R5a0a20b937bc451a" /><Relationship Type="http://schemas.openxmlformats.org/officeDocument/2006/relationships/notesMaster" Target="/ppt/notesMasters/notesMaster1.xml" Id="R610de68712504fce" /><Relationship Type="http://schemas.openxmlformats.org/officeDocument/2006/relationships/presProps" Target="/ppt/presProps.xml" Id="Ra047d6a4338c46eb" /><Relationship Type="http://schemas.openxmlformats.org/officeDocument/2006/relationships/tableStyles" Target="/ppt/tableStyles.xml" Id="R510a1b41de42433f" /><Relationship Type="http://schemas.openxmlformats.org/officeDocument/2006/relationships/slide" Target="/ppt/slides/slide1.xml" Id="Rfdf8da9fb5e149c1" /><Relationship Type="http://schemas.openxmlformats.org/officeDocument/2006/relationships/slide" Target="/ppt/slides/slide2.xml" Id="R4967fc0562b94299" /><Relationship Type="http://schemas.openxmlformats.org/officeDocument/2006/relationships/slide" Target="/ppt/slides/slide3.xml" Id="Rf4b0e85f9d2e4011" /><Relationship Type="http://schemas.openxmlformats.org/officeDocument/2006/relationships/slide" Target="/ppt/slides/slide4.xml" Id="R0753b566251b4a50" /><Relationship Type="http://schemas.openxmlformats.org/officeDocument/2006/relationships/slide" Target="/ppt/slides/slide5.xml" Id="R254033279ee44fc5" /><Relationship Type="http://schemas.openxmlformats.org/officeDocument/2006/relationships/slide" Target="/ppt/slides/slide6.xml" Id="R0c57a100bc924ab9" /><Relationship Type="http://schemas.openxmlformats.org/officeDocument/2006/relationships/slide" Target="/ppt/slides/slide7.xml" Id="R6236b171327a4862" /><Relationship Type="http://schemas.openxmlformats.org/officeDocument/2006/relationships/slide" Target="/ppt/slides/slide8.xml" Id="Rd03b348615c54112" /><Relationship Type="http://schemas.openxmlformats.org/officeDocument/2006/relationships/slide" Target="/ppt/slides/slide9.xml" Id="R76f29a166dc442c3" /><Relationship Type="http://schemas.openxmlformats.org/officeDocument/2006/relationships/slide" Target="/ppt/slides/slide10.xml" Id="Re63c766bd35b4d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1c6abfbeae49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cf912a29d042aa" /><Relationship Type="http://schemas.openxmlformats.org/officeDocument/2006/relationships/notesMaster" Target="/ppt/notesMasters/notesMaster1.xml" Id="Ra0f1be388c5d4f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1b9c0be5784da3" /><Relationship Type="http://schemas.openxmlformats.org/officeDocument/2006/relationships/notesMaster" Target="/ppt/notesMasters/notesMaster1.xml" Id="R2f97cae6299247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31c106d1fa45ee" /><Relationship Type="http://schemas.openxmlformats.org/officeDocument/2006/relationships/notesMaster" Target="/ppt/notesMasters/notesMaster1.xml" Id="Reffe8b54880545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dcde6be4b94f69" /><Relationship Type="http://schemas.openxmlformats.org/officeDocument/2006/relationships/notesMaster" Target="/ppt/notesMasters/notesMaster1.xml" Id="Rd93071a6124a46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7d68389c544fd4" /><Relationship Type="http://schemas.openxmlformats.org/officeDocument/2006/relationships/notesMaster" Target="/ppt/notesMasters/notesMaster1.xml" Id="R7c04017d7a5645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169fd97aee4535" /><Relationship Type="http://schemas.openxmlformats.org/officeDocument/2006/relationships/notesMaster" Target="/ppt/notesMasters/notesMaster1.xml" Id="R048e3de0e7ff41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ba92366d1a4b1a" /><Relationship Type="http://schemas.openxmlformats.org/officeDocument/2006/relationships/notesMaster" Target="/ppt/notesMasters/notesMaster1.xml" Id="Rbdbd04293a724f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753621fa894707" /><Relationship Type="http://schemas.openxmlformats.org/officeDocument/2006/relationships/notesMaster" Target="/ppt/notesMasters/notesMaster1.xml" Id="R6a06a383b484459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c940283f964ea3" /><Relationship Type="http://schemas.openxmlformats.org/officeDocument/2006/relationships/notesMaster" Target="/ppt/notesMasters/notesMaster1.xml" Id="R134bd13a8cfd45e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429e21c386e4173" /><Relationship Type="http://schemas.openxmlformats.org/officeDocument/2006/relationships/notesMaster" Target="/ppt/notesMasters/notesMaster1.xml" Id="Rc4a78a1a965a4a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bffac83ad34f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423905f24e40c6" /><Relationship Type="http://schemas.openxmlformats.org/officeDocument/2006/relationships/slideLayout" Target="/ppt/slideLayouts/slideLayout1.xml" Id="R4e3008f0e09347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3008f0e09347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8fe7bdc4a44e4a" /><Relationship Type="http://schemas.openxmlformats.org/officeDocument/2006/relationships/image" Target="/ppt/media/image.png" Id="R0e4b658bf1ed4e94" /><Relationship Type="http://schemas.openxmlformats.org/officeDocument/2006/relationships/notesSlide" Target="/ppt/notesSlides/notesSlide1.xml" Id="Rb70bc5a6c6da49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d85cd7e80a4322" /><Relationship Type="http://schemas.openxmlformats.org/officeDocument/2006/relationships/notesSlide" Target="/ppt/notesSlides/notesSlide2.xml" Id="R9a25d0339a544f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bda437509c4bc5" /><Relationship Type="http://schemas.openxmlformats.org/officeDocument/2006/relationships/notesSlide" Target="/ppt/notesSlides/notesSlide3.xml" Id="R4aae29013d0a42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1286feb8f94b29" /><Relationship Type="http://schemas.openxmlformats.org/officeDocument/2006/relationships/notesSlide" Target="/ppt/notesSlides/notesSlide4.xml" Id="R2ea3a59f64604c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b8c76adbc443d1" /><Relationship Type="http://schemas.openxmlformats.org/officeDocument/2006/relationships/notesSlide" Target="/ppt/notesSlides/notesSlide5.xml" Id="R004ce70d89334d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014416cc47473e" /><Relationship Type="http://schemas.openxmlformats.org/officeDocument/2006/relationships/notesSlide" Target="/ppt/notesSlides/notesSlide6.xml" Id="R96679eff57634c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2a119829d49e3" /><Relationship Type="http://schemas.openxmlformats.org/officeDocument/2006/relationships/notesSlide" Target="/ppt/notesSlides/notesSlide7.xml" Id="R1a43880ebb9c4e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a0ac4e95d04ae3" /><Relationship Type="http://schemas.openxmlformats.org/officeDocument/2006/relationships/notesSlide" Target="/ppt/notesSlides/notesSlide8.xml" Id="R9339f2de73374b0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bd800535eb4ca3" /><Relationship Type="http://schemas.openxmlformats.org/officeDocument/2006/relationships/notesSlide" Target="/ppt/notesSlides/notesSlide9.xml" Id="R82b41b5362e141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d037ba8d034efe" /><Relationship Type="http://schemas.openxmlformats.org/officeDocument/2006/relationships/notesSlide" Target="/ppt/notesSlides/notesSlide10.xml" Id="R567166950e1d44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4b658bf1ed4e94"/>
          <a:srcRect xmlns:a="http://schemas.openxmlformats.org/drawingml/2006/main" l="20297" t="0" r="202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0"/>
            <a:ext cx="7239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DF988D-7465-4385-9F80-CBFFACFE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E111BC-7FFB-4968-8724-310623AA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0"/>
            <a:ext cx="10477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8A85B0-367E-4EFB-8C92-8ADCC2F1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NamasteDev x OpenAI Codex Hackathon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378A00-0176-4ABF-A50B-A97F70FF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5143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827"/>
                </a:solidFill>
              </a:defRPr>
            </a:pPr>
            <a:r>
              <a:rPr sz="4350" b="1">
                <a:solidFill>
                  <a:srgbClr val="111827"/>
                </a:solidFill>
              </a:rPr>
              <a:t>Unbinge: YouTube without the binge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2851F9-664F-4AD6-8ABD-242BB059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14700"/>
            <a:ext cx="476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36171"/>
                </a:solidFill>
              </a:defRPr>
            </a:pPr>
            <a:r>
              <a:rPr sz="1875" b="0">
                <a:solidFill>
                  <a:srgbClr val="536171"/>
                </a:solidFill>
              </a:rPr>
              <a:t>A privacy-first Chrome extension that turns open-ended YouTube into a whitelist-based learning space for kids, parents, and teachers.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75C4E7-B6AD-4E5A-A7FB-7C6B2628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74014E-5BD5-4F2A-9D0B-ED87F140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4347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MV3 Chrome Extension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C8A039-DD68-4B4D-8C58-82C72942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76800"/>
            <a:ext cx="12858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3B7DB2-1BA5-45B5-B33D-D18BD70F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943475"/>
            <a:ext cx="10572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Privacy-first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5D366D-5CA2-44C2-9C29-26DFBDE2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87680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605161-3CD2-4361-BF2D-4F2CCBD5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9434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Built with Codex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7C5366-51CB-4B83-A69E-FA569902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794"/>
                </a:solidFill>
              </a:defRPr>
            </a:pPr>
            <a:r>
              <a:rPr sz="900" b="0">
                <a:solidFill>
                  <a:srgbClr val="7B8794"/>
                </a:solidFill>
              </a:rPr>
              <a:t>Unbinge | NamasteDev x OpenAI Codex Hackathon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0BB6B8-8DA3-436C-9196-31A8987F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B8794"/>
                </a:solidFill>
              </a:defRPr>
            </a:pPr>
            <a:r>
              <a:rPr sz="975" b="0">
                <a:solidFill>
                  <a:srgbClr val="7B8794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299890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BC3F00-7D26-424F-8E77-703936CA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UNBINGE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F2D4D2-EF39-4455-BFD2-0E4171A9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Unbinge makes YouTube usable for focused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26323A-53AA-49B7-9756-F1813946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171"/>
                </a:solidFill>
              </a:defRPr>
            </a:pPr>
            <a:r>
              <a:rPr sz="1425" b="0">
                <a:solidFill>
                  <a:srgbClr val="536171"/>
                </a:solidFill>
              </a:rPr>
              <a:t>The extension replaces open-ended browsing with a whitelist-first, parent-aware learning 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89E9AE-8ECB-4B6D-9C8F-D9EF6C3B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794"/>
                </a:solidFill>
              </a:defRPr>
            </a:pPr>
            <a:r>
              <a:rPr sz="900" b="0">
                <a:solidFill>
                  <a:srgbClr val="7B8794"/>
                </a:solidFill>
              </a:rPr>
              <a:t>Unbinge | NamasteDev x OpenAI Codex Hackathon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AA2D6C-F0D3-4883-9FEE-A3B28164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B8794"/>
                </a:solidFill>
              </a:defRPr>
            </a:pPr>
            <a:r>
              <a:rPr sz="975" b="0">
                <a:solidFill>
                  <a:srgbClr val="7B8794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635C3-9416-4161-BCE2-58DA2C45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49530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4EDEE2-EB9D-4B95-B2B8-BE3D834A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76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5E11DB-9BFE-4790-B61E-2EF5C219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Whitelist-only YouTube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B93BA4-A6FB-4435-9A48-7A0B63AF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4533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1"/>
                </a:solidFill>
              </a:defRPr>
            </a:pPr>
            <a:r>
              <a:rPr sz="1275" b="0">
                <a:solidFill>
                  <a:srgbClr val="536171"/>
                </a:solidFill>
              </a:rPr>
              <a:t>Approved channels and videos open; non-approved pages are blocked by default.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010DC1-1854-43BD-AF3D-620AE294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49530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A1BB4C-A7F1-4309-9327-7320755B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76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EF444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DD38F7-72EA-4B16-8F9E-FFB3ADBC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0980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Distraction blocking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235E8A-7D74-4927-843C-C5C4F1A4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28900"/>
            <a:ext cx="4533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1"/>
                </a:solidFill>
              </a:defRPr>
            </a:pPr>
            <a:r>
              <a:rPr sz="1275" b="0">
                <a:solidFill>
                  <a:srgbClr val="536171"/>
                </a:solidFill>
              </a:rPr>
              <a:t>Shorts, recommendations, comments, autoplay, end screens, trending, merch, chat, and more can be hidden.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E6E40F-EEB0-4B0D-93AA-DCBF7F82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71950"/>
            <a:ext cx="49530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993F08-C846-474E-873F-ECD7E6A8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71950"/>
            <a:ext cx="76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22C55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BFEF29-A397-4ECA-B940-2DD11F4D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Three profiles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DC27A7-B1C6-4660-9EED-27DD6967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00600"/>
            <a:ext cx="4533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1"/>
                </a:solidFill>
              </a:defRPr>
            </a:pPr>
            <a:r>
              <a:rPr sz="1275" b="0">
                <a:solidFill>
                  <a:srgbClr val="536171"/>
                </a:solidFill>
              </a:rPr>
              <a:t>Kids, Teens, and Adult/Parent profiles tune access for different learning contexts.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C6E09B-CD3D-4BE7-A3FB-732746C6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71950"/>
            <a:ext cx="49530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FBFA74-6842-4577-A368-5660C300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71950"/>
            <a:ext cx="76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66788C-BE19-44D1-B395-64A8250A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8150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Privacy-first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6F7B85-E3F6-4D2C-96E3-E37CB068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00600"/>
            <a:ext cx="4533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1"/>
                </a:solidFill>
              </a:defRPr>
            </a:pPr>
            <a:r>
              <a:rPr sz="1275" b="0">
                <a:solidFill>
                  <a:srgbClr val="536171"/>
                </a:solidFill>
              </a:rPr>
              <a:t>No sign-up, no ads, no selling data; most settings stay in local browser storage.</a:t>
            </a:r>
          </a:p>
        </p:txBody>
      </p:sp>
    </p:spTree>
    <p:extLst>
      <p:ext uri="{BB962C8B-B14F-4D97-AF65-F5344CB8AC3E}">
        <p14:creationId xmlns:p14="http://schemas.microsoft.com/office/powerpoint/2010/main" val="12040191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CBBD4F-3E00-4479-AFDA-E20105D2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UNBINGE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CB4A66-44F2-4620-8DB6-A5A20F33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The problem is not access to learning. It is uncontrolled attention.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ABCA83-C772-46A0-91B8-4D7E15BE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171"/>
                </a:solidFill>
              </a:defRPr>
            </a:pPr>
            <a:r>
              <a:rPr sz="1425" b="0">
                <a:solidFill>
                  <a:srgbClr val="536171"/>
                </a:solidFill>
              </a:rPr>
              <a:t>Parents and teachers want YouTube’s educational depth without its endless recommendations and addictive paths.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770EF3-526E-40D1-9819-FB0A3A0B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794"/>
                </a:solidFill>
              </a:defRPr>
            </a:pPr>
            <a:r>
              <a:rPr sz="900" b="0">
                <a:solidFill>
                  <a:srgbClr val="7B8794"/>
                </a:solidFill>
              </a:rPr>
              <a:t>Unbinge | NamasteDev x OpenAI Codex Hackathon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7A60A7-6526-4FF3-B434-D45017D4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B8794"/>
                </a:solidFill>
              </a:defRPr>
            </a:pPr>
            <a:r>
              <a:rPr sz="975" b="0">
                <a:solidFill>
                  <a:srgbClr val="7B8794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074794-A01C-4026-99E1-AE30E50F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Default YouTube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DE82B4-3FA8-4B72-B2A3-65E616A3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190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Unbinge mode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E10BB7-E541-496A-B2B7-8494D362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171"/>
                </a:solidFill>
              </a:defRPr>
            </a:pPr>
            <a:r>
              <a:rPr sz="1500" b="0">
                <a:solidFill>
                  <a:srgbClr val="536171"/>
                </a:solidFill>
              </a:rPr>
              <a:t>Recommendations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AC0917-BAA4-4DC0-A1BD-83549BF7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38475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88E59C-47AE-4CAE-922F-93D4E214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003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A95A3"/>
                </a:solidFill>
              </a:defRPr>
            </a:pPr>
            <a:r>
              <a:rPr sz="1050" b="0">
                <a:solidFill>
                  <a:srgbClr val="8A95A3"/>
                </a:solidFill>
              </a:rPr>
              <a:t>more browsing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1F65E2-0E74-4E5F-8332-944501FB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099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171"/>
                </a:solidFill>
              </a:defRPr>
            </a:pPr>
            <a:r>
              <a:rPr sz="1500" b="0">
                <a:solidFill>
                  <a:srgbClr val="536171"/>
                </a:solidFill>
              </a:rPr>
              <a:t>Shorts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6C546D-D2C0-4C84-990B-E1190C43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533775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6D84EF-7AE5-4E37-9EAE-BA388605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956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A95A3"/>
                </a:solidFill>
              </a:defRPr>
            </a:pPr>
            <a:r>
              <a:rPr sz="1050" b="0">
                <a:solidFill>
                  <a:srgbClr val="8A95A3"/>
                </a:solidFill>
              </a:rPr>
              <a:t>more browsing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CA8831-CCE0-42AC-89A1-E567D95B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171"/>
                </a:solidFill>
              </a:defRPr>
            </a:pPr>
            <a:r>
              <a:rPr sz="1500" b="0">
                <a:solidFill>
                  <a:srgbClr val="536171"/>
                </a:solidFill>
              </a:rPr>
              <a:t>Autoplay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8C2468-CE35-4D0F-8697-39B49CB1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029075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DBBECD-F924-4A2F-A0F5-025AEA33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909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EF4444"/>
                </a:solidFill>
              </a:defRPr>
            </a:pPr>
            <a:r>
              <a:rPr sz="1050" b="0">
                <a:solidFill>
                  <a:srgbClr val="EF4444"/>
                </a:solidFill>
              </a:rPr>
              <a:t>attention drift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F6F402-5146-4D92-97FB-40004CF8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171"/>
                </a:solidFill>
              </a:defRPr>
            </a:pPr>
            <a:r>
              <a:rPr sz="1500" b="0">
                <a:solidFill>
                  <a:srgbClr val="536171"/>
                </a:solidFill>
              </a:rPr>
              <a:t>Comments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0729ED-9412-4FCC-A6DC-DCB42E7C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524375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234AE2-9988-4351-9BCC-9EEC1771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2862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A95A3"/>
                </a:solidFill>
              </a:defRPr>
            </a:pPr>
            <a:r>
              <a:rPr sz="1050" b="0">
                <a:solidFill>
                  <a:srgbClr val="8A95A3"/>
                </a:solidFill>
              </a:rPr>
              <a:t>more browsing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048528-0B73-4951-9DBE-AEBA2F70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958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171"/>
                </a:solidFill>
              </a:defRPr>
            </a:pPr>
            <a:r>
              <a:rPr sz="1500" b="0">
                <a:solidFill>
                  <a:srgbClr val="536171"/>
                </a:solidFill>
              </a:rPr>
              <a:t>Trending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8FD104-0456-445E-AE9A-FC3D99A0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019675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8797E3-2449-4E49-AFD2-39CD8B10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7815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A95A3"/>
                </a:solidFill>
              </a:defRPr>
            </a:pPr>
            <a:r>
              <a:rPr sz="1050" b="0">
                <a:solidFill>
                  <a:srgbClr val="8A95A3"/>
                </a:solidFill>
              </a:rPr>
              <a:t>more browsing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D41105-3F5B-4F1C-B495-36F53D88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146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Approved channels only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85451F-281C-4F17-96EA-E4EF7CAA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914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2C55E"/>
                </a:solidFill>
              </a:defRPr>
            </a:pPr>
            <a:r>
              <a:rPr sz="1650" b="1">
                <a:solidFill>
                  <a:srgbClr val="22C55E"/>
                </a:solidFill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59E1E1-57E3-4D98-ABDC-B946B95E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09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Shorts blocked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D097C4-3927-4A20-B554-C938679C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4099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2C55E"/>
                </a:solidFill>
              </a:defRPr>
            </a:pPr>
            <a:r>
              <a:rPr sz="1650" b="1">
                <a:solidFill>
                  <a:srgbClr val="22C55E"/>
                </a:solidFill>
              </a:rPr>
              <a:t>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6A0F6D-D341-4F17-B33C-D29C166A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052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UI filters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CD6191-EDC0-4A86-A0E7-E23F3E0E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9052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2C55E"/>
                </a:solidFill>
              </a:defRPr>
            </a:pPr>
            <a:r>
              <a:rPr sz="1650" b="1">
                <a:solidFill>
                  <a:srgbClr val="22C55E"/>
                </a:solidFill>
              </a:rPr>
              <a:t>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E86CB8-1A2F-4E5C-9085-6285E622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005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Local parent approval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859D9B-09F7-4281-9BAB-F10D4752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4005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2C55E"/>
                </a:solidFill>
              </a:defRPr>
            </a:pPr>
            <a:r>
              <a:rPr sz="1650" b="1">
                <a:solidFill>
                  <a:srgbClr val="22C55E"/>
                </a:solidFill>
              </a:rPr>
              <a:t>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60D698-3FB0-4A52-BCB2-2F72517A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958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Weekly whitelist sync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31842F-C599-4B1B-BB79-B4CD314A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895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2C55E"/>
                </a:solidFill>
              </a:defRPr>
            </a:pPr>
            <a:r>
              <a:rPr sz="1650" b="1">
                <a:solidFill>
                  <a:srgbClr val="22C55E"/>
                </a:solidFill>
              </a:rPr>
              <a:t>✓</a:t>
            </a:r>
          </a:p>
        </p:txBody>
      </p:sp>
    </p:spTree>
    <p:extLst>
      <p:ext uri="{BB962C8B-B14F-4D97-AF65-F5344CB8AC3E}">
        <p14:creationId xmlns:p14="http://schemas.microsoft.com/office/powerpoint/2010/main" val="11572333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CF4A6E-6661-4EF5-98E1-0851421F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UNBINGE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4FB190-2B23-415E-AC15-B126DEF6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The product flow is simple enough for families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AB0F52-5745-4BF7-9091-F4DB46BF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171"/>
                </a:solidFill>
              </a:defRPr>
            </a:pPr>
            <a:r>
              <a:rPr sz="1425" b="0">
                <a:solidFill>
                  <a:srgbClr val="536171"/>
                </a:solidFill>
              </a:rPr>
              <a:t>Install, choose a profile, turn on Education Mode, and approve useful channels when needed.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1AF170-2CC3-4520-9BF2-6BA4D140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794"/>
                </a:solidFill>
              </a:defRPr>
            </a:pPr>
            <a:r>
              <a:rPr sz="900" b="0">
                <a:solidFill>
                  <a:srgbClr val="7B8794"/>
                </a:solidFill>
              </a:rPr>
              <a:t>Unbinge | NamasteDev x OpenAI Codex Hackathon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2FA67-784C-4D58-8D0E-44CEE7D4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B8794"/>
                </a:solidFill>
              </a:defRPr>
            </a:pPr>
            <a:r>
              <a:rPr sz="975" b="0">
                <a:solidFill>
                  <a:srgbClr val="7B8794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79DCC4-D568-4B92-ADCB-183ADE12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2952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06DFFA-66C9-4A48-84B6-A20890E7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3C1E34-D756-48A0-B5F6-D29ED9EE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8602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961D6E-A58D-4A8B-BCEC-4A5AD41C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3812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Choose profile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5132CA-402F-418C-9438-FC33205D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241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171"/>
                </a:solidFill>
              </a:defRPr>
            </a:pPr>
            <a:r>
              <a:rPr sz="1125" b="0">
                <a:solidFill>
                  <a:srgbClr val="536171"/>
                </a:solidFill>
              </a:rPr>
              <a:t>Kids, Teens, or Adult/Parent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305DDF-9874-4A0B-83DD-328E227A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14550"/>
            <a:ext cx="2952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791F30-779F-4EA8-B50F-036895F3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81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5A1C18-21A5-496E-BB98-6A5BED5F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8602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5BE9DA-AE96-4DDF-A13C-383B3ABE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812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Watch YouTube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761BFC-ADAA-4773-8D26-13285217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7241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171"/>
                </a:solidFill>
              </a:defRPr>
            </a:pPr>
            <a:r>
              <a:rPr sz="1125" b="0">
                <a:solidFill>
                  <a:srgbClr val="536171"/>
                </a:solidFill>
              </a:rPr>
              <a:t>Allowed content keeps working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87C89B-0E6B-4FFD-A34C-5C63866F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14550"/>
            <a:ext cx="2952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4116EB-7350-4F09-999B-1D7BBE1F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DD2780-248A-4120-AF40-B4AA3ECD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8602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B6393F-FE91-4AB1-A773-366945A1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812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Block distractions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217987-174A-4973-A096-00AD0888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241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171"/>
                </a:solidFill>
              </a:defRPr>
            </a:pPr>
            <a:r>
              <a:rPr sz="1125" b="0">
                <a:solidFill>
                  <a:srgbClr val="536171"/>
                </a:solidFill>
              </a:rPr>
              <a:t>Shorts and noisy UI are hidden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A6BA11-555D-4ADB-A69B-382B693D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057650"/>
            <a:ext cx="2952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A56765-D492-4A97-A0F5-6B61B91D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3243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BEF18C-FE11-4057-BA6E-7E6440EC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42912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A418E9-821A-4EE9-81C8-215C9B40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3243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Approve locally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3A2113-147E-491D-9BFB-295E70B4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6672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171"/>
                </a:solidFill>
              </a:defRPr>
            </a:pPr>
            <a:r>
              <a:rPr sz="1125" b="0">
                <a:solidFill>
                  <a:srgbClr val="536171"/>
                </a:solidFill>
              </a:rPr>
              <a:t>Parent additions work instantly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37BD55-3A29-4A32-809C-E080746B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57650"/>
            <a:ext cx="2952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ABAB4C-8248-4BF1-B829-16520F19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243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75B9BE-97C7-4E5B-825F-E0239FE9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2912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48A43E-CDCA-4997-95AF-C5E09DF6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243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Improve globally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50EE5C-343C-4485-8299-54BFCA82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6672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171"/>
                </a:solidFill>
              </a:defRPr>
            </a:pPr>
            <a:r>
              <a:rPr sz="1125" b="0">
                <a:solidFill>
                  <a:srgbClr val="536171"/>
                </a:solidFill>
              </a:rPr>
              <a:t>Requests go to moderation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86834C-CC68-4859-A6E7-C5101BEA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769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The UX goal: let useful learning continue while making rabbit holes harder to enter.</a:t>
            </a:r>
          </a:p>
        </p:txBody>
      </p:sp>
    </p:spTree>
    <p:extLst>
      <p:ext uri="{BB962C8B-B14F-4D97-AF65-F5344CB8AC3E}">
        <p14:creationId xmlns:p14="http://schemas.microsoft.com/office/powerpoint/2010/main" val="9750285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1480337-8612-42FE-82BC-6EAEBD7B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UNBINGE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56D3BC-8D44-4C9C-A54E-5BC32781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Distraction Settings are granular, not one-size-fits-all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1B1CE1-DA3E-4A19-BD9A-8DBB6159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171"/>
                </a:solidFill>
              </a:defRPr>
            </a:pPr>
            <a:r>
              <a:rPr sz="1425" b="0">
                <a:solidFill>
                  <a:srgbClr val="536171"/>
                </a:solidFill>
              </a:rPr>
              <a:t>Parents can keep the useful parts of YouTube and remove the parts that pull attention away.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894895-E86D-4796-A8F4-08A11AF7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794"/>
                </a:solidFill>
              </a:defRPr>
            </a:pPr>
            <a:r>
              <a:rPr sz="900" b="0">
                <a:solidFill>
                  <a:srgbClr val="7B8794"/>
                </a:solidFill>
              </a:rPr>
              <a:t>Unbinge | NamasteDev x OpenAI Codex Hackathon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181CB7-61AA-4C56-B845-2AC0A0E6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B8794"/>
                </a:solidFill>
              </a:defRPr>
            </a:pPr>
            <a:r>
              <a:rPr sz="975" b="0">
                <a:solidFill>
                  <a:srgbClr val="7B8794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527EA7-39A1-47A9-A1CE-C2FC0B24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233362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7ACE9F-AB03-4BEA-9005-ECE87746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Home feed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C007ED-D6F9-4ACA-AE75-F0F19103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16217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on/off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35255B-0878-4726-A2E6-F991D9D1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19300"/>
            <a:ext cx="233362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BEF24A-95C9-44D3-AEAE-577B2C4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1717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Video sidebar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0EA2E2-D9C5-46DA-8823-3FF81991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16217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on/off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50184E-172C-4705-AE1B-A88D66DC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19300"/>
            <a:ext cx="233362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EDC4C2-350F-4AA4-960A-A21FA201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717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Live chat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A47CE3-8651-43B3-9D08-25164824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6217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on/off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5EACE6-A7FA-46C7-9224-EB548A90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19300"/>
            <a:ext cx="233362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63B99B-5833-4E75-82A7-5128E999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717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Playlists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79A23A-0CB5-4453-BDCB-ED1E5A5C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216217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on/off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6836BD-54D1-4E1A-94A3-B8F9AA79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233362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C740AB-B0C8-4457-A485-7FF0A378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Fundraisers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FFDA87-E278-41EE-B829-9527C600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9432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on/off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FB8B76-3210-4291-96F6-59CA7EE8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00350"/>
            <a:ext cx="233362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215E1F-7C3B-4355-B874-2999DE70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9527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End-screen feed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270975-8D27-4EA0-8D4F-FB7A882C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9432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on/off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F8ACF4-B4D7-4059-982C-BB374574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00350"/>
            <a:ext cx="233362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571E6B-151A-45A2-BF08-073E2EDF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527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End-screen cards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F55A25-1063-42B0-9E6D-C7D04E59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432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on/off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F84D4D-095B-4159-840C-06ECFF8E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800350"/>
            <a:ext cx="233362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D06D56-498A-4544-ACD0-E09A5D60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9527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Shorts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D37B2E-B779-492F-A705-427FDDC2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29432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on/off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23A414-126C-4865-943E-844E32FA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233362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ACB411-267D-40FC-AB45-88191675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Comments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77326E-9A8B-4687-9A2F-7ABD614E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72427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on/off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2EEEFD-2D24-452A-A657-9019D5B9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81400"/>
            <a:ext cx="233362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B19B61-A09F-46FE-9611-EBB7FF3E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7338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Mixes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B808F2-1911-4960-AAEF-2446D566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72427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on/off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F6EBB2-3F9C-4B2F-8CB7-058EA9D8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81400"/>
            <a:ext cx="233362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8A6347-30E7-4FB9-8257-1F1DB6B1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338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Merch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063A9EC-F94A-4234-9FD0-6932C7F3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2427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on/off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0C72544-75B3-49A7-AC7F-6984663F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581400"/>
            <a:ext cx="233362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D19DDF-D6C5-472C-B0EB-0F9F0536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7338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Tickets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B276F29-6AC2-410F-8355-94F1D392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372427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on/off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F03DBC4-732D-47C0-BF75-6CAA9BD1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233362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5364FCD-5DF7-45D2-9F3C-779159A6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148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Offers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31E0552-D796-494A-9630-405F72B0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5053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on/off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6D156FA-1C1D-47F7-A5EA-7748706F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362450"/>
            <a:ext cx="233362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4C1BC6F-AF12-4C2E-982F-0ADBBC69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5148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Notifications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1FBDDB6-CFA9-4DCB-9318-730F3DE3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5053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on/off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B04265B-CE7B-428D-A8EA-FF1BA70A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62450"/>
            <a:ext cx="233362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2CD5465-A19E-427A-A33A-7271EEF3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148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Explore &amp; Trending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BE7A7D3-32F7-4D15-91EC-CF3C1779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053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on/off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4418E80-BB50-4911-9F07-AE8779B5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362450"/>
            <a:ext cx="233362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2244740-3B17-49EC-A541-C98B8863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5148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Autoplay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E982447-45BE-4914-A802-76C01567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45053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on/off</a:t>
            </a:r>
          </a:p>
        </p:txBody>
      </p:sp>
    </p:spTree>
    <p:extLst>
      <p:ext uri="{BB962C8B-B14F-4D97-AF65-F5344CB8AC3E}">
        <p14:creationId xmlns:p14="http://schemas.microsoft.com/office/powerpoint/2010/main" val="18562969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F2CE07-3166-4F74-8924-CF792DC5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UNBINGE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92B72C-8DD6-415B-960C-90478FCC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The architecture is lightweight and Web Store-friendly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3C7B03-885C-4904-8575-6ACF479F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171"/>
                </a:solidFill>
              </a:defRPr>
            </a:pPr>
            <a:r>
              <a:rPr sz="1425" b="0">
                <a:solidFill>
                  <a:srgbClr val="536171"/>
                </a:solidFill>
              </a:rPr>
              <a:t>A Manifest V3 extension enforces access locally, syncs a small whitelist, and sends channel requests to a simple backend.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287C19-1814-48EE-8876-A37F046E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794"/>
                </a:solidFill>
              </a:defRPr>
            </a:pPr>
            <a:r>
              <a:rPr sz="900" b="0">
                <a:solidFill>
                  <a:srgbClr val="7B8794"/>
                </a:solidFill>
              </a:rPr>
              <a:t>Unbinge | NamasteDev x OpenAI Codex Hackathon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BC4563-F750-44C1-846B-3FF624FA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B8794"/>
                </a:solidFill>
              </a:defRPr>
            </a:pPr>
            <a:r>
              <a:rPr sz="975" b="0">
                <a:solidFill>
                  <a:srgbClr val="7B8794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A0DECC-856C-416A-9795-BED45E84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190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946F9F-7664-4AD9-9E36-86E3A00C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E18A6B-A429-4283-8505-1F82DD52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Content script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B656C8-F87F-4701-9585-88AEDF61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17716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1"/>
                </a:solidFill>
              </a:defRPr>
            </a:pPr>
            <a:r>
              <a:rPr sz="1275" b="0">
                <a:solidFill>
                  <a:srgbClr val="536171"/>
                </a:solidFill>
              </a:rPr>
              <a:t>Reads YouTube route changes and applies UI filters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74E72A-4840-4546-96CE-1F3E936C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81250"/>
            <a:ext cx="2190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4A3FFE-26A9-4084-98AE-6BC77296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81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1F509C-06E2-4BF0-BFA5-6204DA57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590800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Service worker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5E853F-A528-4203-B6B5-06B7BACA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09900"/>
            <a:ext cx="17716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1"/>
                </a:solidFill>
              </a:defRPr>
            </a:pPr>
            <a:r>
              <a:rPr sz="1275" b="0">
                <a:solidFill>
                  <a:srgbClr val="536171"/>
                </a:solidFill>
              </a:rPr>
              <a:t>Checks whitelist decisions and redirects blocked pages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54A592-9336-41EA-A873-AC490D92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2190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D19630-18BD-4620-9D12-E65D629E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22C55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320A30-F238-400D-AD98-D84AC860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590800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Local storage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6993C7-DD84-493B-87C6-73B5F67F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09900"/>
            <a:ext cx="17716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1"/>
                </a:solidFill>
              </a:defRPr>
            </a:pPr>
            <a:r>
              <a:rPr sz="1275" b="0">
                <a:solidFill>
                  <a:srgbClr val="536171"/>
                </a:solidFill>
              </a:rPr>
              <a:t>Settings, local approvals, cached public metadata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07BE66-6A3F-4F29-A116-08D24EA2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81250"/>
            <a:ext cx="2000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945479-36C1-41A7-9C31-1C43F4ED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81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EE612A-374C-420C-97CF-52FF1C44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5908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PHP/MySQL API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15AE83-C1F5-4F54-97A2-1641D490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09900"/>
            <a:ext cx="1581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1"/>
                </a:solidFill>
              </a:defRPr>
            </a:pPr>
            <a:r>
              <a:rPr sz="1275" b="0">
                <a:solidFill>
                  <a:srgbClr val="536171"/>
                </a:solidFill>
              </a:rPr>
              <a:t>Shared whitelist and review request intake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8DAC29-0A3E-4DE6-821D-06CA7C1D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3850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57FD85-C31C-4F84-9B08-92FE36F5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861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C7D2DE"/>
                </a:solidFill>
              </a:defRPr>
            </a:pPr>
            <a:r>
              <a:rPr sz="1800" b="0">
                <a:solidFill>
                  <a:srgbClr val="C7D2DE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FD5D34-6A9E-4BB5-BBA5-596DA4D8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3850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6C5A66-6D29-4D13-9325-377CF2B5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0861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C7D2DE"/>
                </a:solidFill>
              </a:defRPr>
            </a:pPr>
            <a:r>
              <a:rPr sz="1800" b="0">
                <a:solidFill>
                  <a:srgbClr val="C7D2DE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EBEBB3-FD6C-4F5D-BA0B-F9BC0458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3850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27143-9420-4644-BE57-E39E8ECB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861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C7D2DE"/>
                </a:solidFill>
              </a:defRPr>
            </a:pPr>
            <a:r>
              <a:rPr sz="1800" b="0">
                <a:solidFill>
                  <a:srgbClr val="C7D2DE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593B30-0BC8-4B7B-A2A6-C7ACF483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95875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36171"/>
                </a:solidFill>
              </a:defRPr>
            </a:pPr>
            <a:r>
              <a:rPr sz="1650" b="0">
                <a:solidFill>
                  <a:srgbClr val="536171"/>
                </a:solidFill>
              </a:rPr>
              <a:t>Current manifest: alarms, storage, tabs, webNavigation, and scoped host permissions for YouTube, Google APIs, and unbinge.watch.</a:t>
            </a:r>
          </a:p>
        </p:txBody>
      </p:sp>
    </p:spTree>
    <p:extLst>
      <p:ext uri="{BB962C8B-B14F-4D97-AF65-F5344CB8AC3E}">
        <p14:creationId xmlns:p14="http://schemas.microsoft.com/office/powerpoint/2010/main" val="18040474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392122-BFF0-4FE0-9E3D-717793F5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UNBINGE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BD483B-90A0-4F0E-86CF-C591E221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Privacy is part of the product, not a footnote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524DB4-00F2-43B1-A10C-560F1CC2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171"/>
                </a:solidFill>
              </a:defRPr>
            </a:pPr>
            <a:r>
              <a:rPr sz="1425" b="0">
                <a:solidFill>
                  <a:srgbClr val="536171"/>
                </a:solidFill>
              </a:rPr>
              <a:t>The submission-ready build narrows permissions and explains exactly what data is used.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54DCD3-3091-4BF1-B8EA-5F5A9BE3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794"/>
                </a:solidFill>
              </a:defRPr>
            </a:pPr>
            <a:r>
              <a:rPr sz="900" b="0">
                <a:solidFill>
                  <a:srgbClr val="7B8794"/>
                </a:solidFill>
              </a:rPr>
              <a:t>Unbinge | NamasteDev x OpenAI Codex Hackathon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27F116-3A06-4CA0-9980-4A21B180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B8794"/>
                </a:solidFill>
              </a:defRPr>
            </a:pPr>
            <a:r>
              <a:rPr sz="975" b="0">
                <a:solidFill>
                  <a:srgbClr val="7B8794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96EC23-0308-41F2-8C0F-75B8590F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3238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F8C270-4D2D-452B-947A-3D776665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22C55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1C9C39-9980-435A-AC99-616EB522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No account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BA0475-7E13-42BA-A79F-EB874AFE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28194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1"/>
                </a:solidFill>
              </a:defRPr>
            </a:pPr>
            <a:r>
              <a:rPr sz="1275" b="0">
                <a:solidFill>
                  <a:srgbClr val="536171"/>
                </a:solidFill>
              </a:rPr>
              <a:t>No sign-up, no name, no email, no payment flow, no advertising identity.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E13293-9C17-485C-BDC7-5D51E8C4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76450"/>
            <a:ext cx="3238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CE2738-401A-41F7-B006-ED1EF2E5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7645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3F8B7C-EE31-40AA-BD95-42F2EF3D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860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Local-first storage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898DED-E415-46BE-9BA9-95CD9D52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05100"/>
            <a:ext cx="28194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1"/>
                </a:solidFill>
              </a:defRPr>
            </a:pPr>
            <a:r>
              <a:rPr sz="1275" b="0">
                <a:solidFill>
                  <a:srgbClr val="536171"/>
                </a:solidFill>
              </a:rPr>
              <a:t>Profiles, toggles, local approvals, whitelist cache, and metadata cache live in browser storage.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BD2EB7-F6F5-40CD-8943-29C3BC8D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76450"/>
            <a:ext cx="3238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F4D4E1-2B88-4706-9BB8-D67FE6FE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7645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56B580-F99C-4DC0-AA68-B38813C0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860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Limited remote 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2D5C4B-B0D9-4894-83CE-089E5B7E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05100"/>
            <a:ext cx="28194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1"/>
                </a:solidFill>
              </a:defRPr>
            </a:pPr>
            <a:r>
              <a:rPr sz="1275" b="0">
                <a:solidFill>
                  <a:srgbClr val="536171"/>
                </a:solidFill>
              </a:rPr>
              <a:t>Channel review requests may send URL, ID, handle, and title; YouTube lookups use public metadata.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F3A0F9-1E55-4176-A3B9-20756930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81600"/>
            <a:ext cx="1036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Chrome Web Store cleanup: removed inactive DNR permissions, removed all-sites host access, removed stale rule resources, and disabled sourcemaps in the upload ZIP.</a:t>
            </a:r>
          </a:p>
        </p:txBody>
      </p:sp>
    </p:spTree>
    <p:extLst>
      <p:ext uri="{BB962C8B-B14F-4D97-AF65-F5344CB8AC3E}">
        <p14:creationId xmlns:p14="http://schemas.microsoft.com/office/powerpoint/2010/main" val="19093880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E88A53-3540-4CDB-818F-8BDEFD86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UNBINGE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4B1DBC-9CB1-4499-A4F8-23732F63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Moderation can scale without building a heavy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6FECC9-F88E-4444-8153-860BF331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171"/>
                </a:solidFill>
              </a:defRPr>
            </a:pPr>
            <a:r>
              <a:rPr sz="1425" b="0">
                <a:solidFill>
                  <a:srgbClr val="536171"/>
                </a:solidFill>
              </a:rPr>
              <a:t>Unbinge combines immediate local approval with a lightweight global review queue.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84F0E4-F123-4555-AA57-44FEA535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794"/>
                </a:solidFill>
              </a:defRPr>
            </a:pPr>
            <a:r>
              <a:rPr sz="900" b="0">
                <a:solidFill>
                  <a:srgbClr val="7B8794"/>
                </a:solidFill>
              </a:rPr>
              <a:t>Unbinge | NamasteDev x OpenAI Codex Hackathon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EECA59-2C4C-4A64-912D-9C8E88B8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B8794"/>
                </a:solidFill>
              </a:defRPr>
            </a:pPr>
            <a:r>
              <a:rPr sz="975" b="0">
                <a:solidFill>
                  <a:srgbClr val="7B8794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E80050-9C15-4FAD-B4C0-F3D785C2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F688BD-E61F-45FE-9EF7-7640820E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431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Parent 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3832AE-8562-4B67-80A0-5B7E52EA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336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Paste a channel URL or handle in the extension popup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0D5436-2C0E-429D-9830-AC820A60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384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8E25C9-34D3-4097-A9D1-32ADE097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289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Immediate result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DB2166-53EF-4482-936C-D2578847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194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Channel is approved locally on that browser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25F17D-F729-4EEF-8E26-178818B2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242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B541DF-98D9-41FA-8B8D-5526413C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147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Shared improvement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AB1926-48E1-4168-9E39-A5F2AC8A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052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Request is submitted to unbinge.watch for global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FC3C73-D54C-4912-A95B-17E8E907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00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89870A-FC55-4296-A64A-CBB5DEB9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005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Admin workflow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137AC7-7BA9-4DCE-A4D0-379F16B8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910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PHP/MySQL admin panel reviews, approves, and updates whitelist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12E001-48C9-43CF-8D5B-7BCEB623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958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6858FC-2C3E-4630-8F85-C2F8A97C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863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Sync model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B2E98C-447C-476C-A1CD-46846616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768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Browsers refresh the approved list weekly or by manual sync</a:t>
            </a:r>
          </a:p>
        </p:txBody>
      </p:sp>
    </p:spTree>
    <p:extLst>
      <p:ext uri="{BB962C8B-B14F-4D97-AF65-F5344CB8AC3E}">
        <p14:creationId xmlns:p14="http://schemas.microsoft.com/office/powerpoint/2010/main" val="6143358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4905B8-F7F4-4285-9413-25EBD23E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UNBINGE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DE1AF0-9CA9-4B3C-BA18-8F3A6ABD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Codex helped turn a prototype into a publishable 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43F2A0-9655-4779-9234-7E3FE23E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171"/>
                </a:solidFill>
              </a:defRPr>
            </a:pPr>
            <a:r>
              <a:rPr sz="1425" b="0">
                <a:solidFill>
                  <a:srgbClr val="536171"/>
                </a:solidFill>
              </a:rPr>
              <a:t>The hackathon work focused on shipping quality: permissions, privacy, build hygiene, and reviewer-ready artifacts.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93EB10-36AC-4A14-93D5-79F6291D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794"/>
                </a:solidFill>
              </a:defRPr>
            </a:pPr>
            <a:r>
              <a:rPr sz="900" b="0">
                <a:solidFill>
                  <a:srgbClr val="7B8794"/>
                </a:solidFill>
              </a:rPr>
              <a:t>Unbinge | NamasteDev x OpenAI Codex Hackathon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839FEE-CFBE-4929-936B-171EA203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B8794"/>
                </a:solidFill>
              </a:defRPr>
            </a:pPr>
            <a:r>
              <a:rPr sz="975" b="0">
                <a:solidFill>
                  <a:srgbClr val="7B8794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AD5892-4ED1-4D56-A740-1E872F70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4762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A2E15-55F8-4F71-BB5B-A978DB96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70055D-688D-4A60-A868-2D68F5BA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860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Permission hardening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771E2F-4CCE-4F2E-8879-0DD8BBB5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05100"/>
            <a:ext cx="4343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1"/>
                </a:solidFill>
              </a:defRPr>
            </a:pPr>
            <a:r>
              <a:rPr sz="1275" b="0">
                <a:solidFill>
                  <a:srgbClr val="536171"/>
                </a:solidFill>
              </a:rPr>
              <a:t>Narrowed Manifest V3 permissions to the current feature set.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1D87C4-E3E1-48E4-95EB-862B7E05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76450"/>
            <a:ext cx="4762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8AC7E6-AF20-4C4A-9B26-BAC146F1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764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22C55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C324F8-6F04-4D52-B153-63888D96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860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Privacy practices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3D4203-F4D7-4EE1-B8A4-99AC5B71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05100"/>
            <a:ext cx="4343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1"/>
                </a:solidFill>
              </a:defRPr>
            </a:pPr>
            <a:r>
              <a:rPr sz="1275" b="0">
                <a:solidFill>
                  <a:srgbClr val="536171"/>
                </a:solidFill>
              </a:rPr>
              <a:t>Produced Chrome Web Store justifications and updated policy text.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8D3AED-6613-4B01-8B36-F633841B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4762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67F95C-3338-4B77-8C26-2456C22E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3E033C-3875-43A1-AD16-DB090EF9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053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Build cleanup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C5E1F7-F364-43DA-91B0-01F2F6B3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24400"/>
            <a:ext cx="4343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1"/>
                </a:solidFill>
              </a:defRPr>
            </a:pPr>
            <a:r>
              <a:rPr sz="1275" b="0">
                <a:solidFill>
                  <a:srgbClr val="536171"/>
                </a:solidFill>
              </a:rPr>
              <a:t>Removed inactive DNR code/rules and generated a clean upload ZIP.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F6A1D8-AED5-442C-B7D3-229D310C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95750"/>
            <a:ext cx="4762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2F09A2-3B82-4AEE-92BD-869472B1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957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F1E87A-8C9E-43DA-84CB-FECF809D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053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Submission story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992EAA-5AAB-4607-83E6-8A878A04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724400"/>
            <a:ext cx="4343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1"/>
                </a:solidFill>
              </a:defRPr>
            </a:pPr>
            <a:r>
              <a:rPr sz="1275" b="0">
                <a:solidFill>
                  <a:srgbClr val="536171"/>
                </a:solidFill>
              </a:rPr>
              <a:t>Packaged the product, technical choices, and roadmap into this deck.</a:t>
            </a:r>
          </a:p>
        </p:txBody>
      </p:sp>
    </p:spTree>
    <p:extLst>
      <p:ext uri="{BB962C8B-B14F-4D97-AF65-F5344CB8AC3E}">
        <p14:creationId xmlns:p14="http://schemas.microsoft.com/office/powerpoint/2010/main" val="12218783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185B75-2743-45C2-83F0-BB0874ED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UNBINGE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2E4F8-30B4-4493-B1A6-585E6618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Next: stronger moderation, better controls, and wider reach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719ABF-F8F0-427A-ACC4-FFD7220F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171"/>
                </a:solidFill>
              </a:defRPr>
            </a:pPr>
            <a:r>
              <a:rPr sz="1425" b="0">
                <a:solidFill>
                  <a:srgbClr val="536171"/>
                </a:solidFill>
              </a:rPr>
              <a:t>The foundation is already useful; the roadmap deepens safety and makes deployment easier for families and classrooms.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2E217F-C528-4433-AF38-65141742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794"/>
                </a:solidFill>
              </a:defRPr>
            </a:pPr>
            <a:r>
              <a:rPr sz="900" b="0">
                <a:solidFill>
                  <a:srgbClr val="7B8794"/>
                </a:solidFill>
              </a:rPr>
              <a:t>Unbinge | NamasteDev x OpenAI Codex Hackathon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6CBC58-664A-4CF6-99E0-E19AE8A7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B8794"/>
                </a:solidFill>
              </a:defRPr>
            </a:pPr>
            <a:r>
              <a:rPr sz="975" b="0">
                <a:solidFill>
                  <a:srgbClr val="7B8794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2D8538-990D-4CF0-9EE1-375141BD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3143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31124E-B0F1-42AF-A6E3-68B743E5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2105F9-6FDE-4ABD-AB90-26AF7A85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Near term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8F5F2D-B9AE-4CA6-8413-C6B5A7E1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19400"/>
            <a:ext cx="27241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1"/>
                </a:solidFill>
              </a:defRPr>
            </a:pPr>
            <a:r>
              <a:rPr sz="1275" b="0">
                <a:solidFill>
                  <a:srgbClr val="536171"/>
                </a:solidFill>
              </a:rPr>
              <a:t>Chrome Web Store launch</a:t>
            </a:r>
          </a:p>
          <a:p xmlns:a="http://schemas.openxmlformats.org/drawingml/2006/main">
            <a:pPr algn="l">
              <a:defRPr sz="1275" b="0">
                <a:solidFill>
                  <a:srgbClr val="536171"/>
                </a:solidFill>
              </a:defRPr>
            </a:pPr>
            <a:r>
              <a:rPr sz="1275" b="0">
                <a:solidFill>
                  <a:srgbClr val="536171"/>
                </a:solidFill>
              </a:rPr>
              <a:t>Seed whitelist by subject</a:t>
            </a:r>
          </a:p>
          <a:p xmlns:a="http://schemas.openxmlformats.org/drawingml/2006/main">
            <a:pPr algn="l">
              <a:defRPr sz="1275" b="0">
                <a:solidFill>
                  <a:srgbClr val="536171"/>
                </a:solidFill>
              </a:defRPr>
            </a:pPr>
            <a:r>
              <a:rPr sz="1275" b="0">
                <a:solidFill>
                  <a:srgbClr val="536171"/>
                </a:solidFill>
              </a:rPr>
              <a:t>Improve parent onboarding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A95AA7-BB67-4269-A5AE-C648D20D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90750"/>
            <a:ext cx="3143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D2956F-FE9A-42C8-9135-B66F61F6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9075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22C55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E007B5-D76B-4234-A7AE-804EA2A5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003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Product depth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E8C3FE-8837-4565-926F-DA9AE8C4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19400"/>
            <a:ext cx="27241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1"/>
                </a:solidFill>
              </a:defRPr>
            </a:pPr>
            <a:r>
              <a:rPr sz="1275" b="0">
                <a:solidFill>
                  <a:srgbClr val="536171"/>
                </a:solidFill>
              </a:rPr>
              <a:t>Teacher/classroom lists</a:t>
            </a:r>
          </a:p>
          <a:p xmlns:a="http://schemas.openxmlformats.org/drawingml/2006/main">
            <a:pPr algn="l">
              <a:defRPr sz="1275" b="0">
                <a:solidFill>
                  <a:srgbClr val="536171"/>
                </a:solidFill>
              </a:defRPr>
            </a:pPr>
            <a:r>
              <a:rPr sz="1275" b="0">
                <a:solidFill>
                  <a:srgbClr val="536171"/>
                </a:solidFill>
              </a:rPr>
              <a:t>Safer override controls</a:t>
            </a:r>
          </a:p>
          <a:p xmlns:a="http://schemas.openxmlformats.org/drawingml/2006/main">
            <a:pPr algn="l">
              <a:defRPr sz="1275" b="0">
                <a:solidFill>
                  <a:srgbClr val="536171"/>
                </a:solidFill>
              </a:defRPr>
            </a:pPr>
            <a:r>
              <a:rPr sz="1275" b="0">
                <a:solidFill>
                  <a:srgbClr val="536171"/>
                </a:solidFill>
              </a:rPr>
              <a:t>Better block-page guidance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B654AA-003F-45A7-9998-3EE76292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3143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796878-2CAC-4723-9FFD-DA6DED65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62349B-8A08-4E92-AA89-1645D038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003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Scale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B7C0F9-9A88-46B1-B213-D2066A79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19400"/>
            <a:ext cx="27241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1"/>
                </a:solidFill>
              </a:defRPr>
            </a:pPr>
            <a:r>
              <a:rPr sz="1275" b="0">
                <a:solidFill>
                  <a:srgbClr val="536171"/>
                </a:solidFill>
              </a:rPr>
              <a:t>Reviewer roles</a:t>
            </a:r>
          </a:p>
          <a:p xmlns:a="http://schemas.openxmlformats.org/drawingml/2006/main">
            <a:pPr algn="l">
              <a:defRPr sz="1275" b="0">
                <a:solidFill>
                  <a:srgbClr val="536171"/>
                </a:solidFill>
              </a:defRPr>
            </a:pPr>
            <a:r>
              <a:rPr sz="1275" b="0">
                <a:solidFill>
                  <a:srgbClr val="536171"/>
                </a:solidFill>
              </a:rPr>
              <a:t>Audit history</a:t>
            </a:r>
          </a:p>
          <a:p xmlns:a="http://schemas.openxmlformats.org/drawingml/2006/main">
            <a:pPr algn="l">
              <a:defRPr sz="1275" b="0">
                <a:solidFill>
                  <a:srgbClr val="536171"/>
                </a:solidFill>
              </a:defRPr>
            </a:pPr>
            <a:r>
              <a:rPr sz="1275" b="0">
                <a:solidFill>
                  <a:srgbClr val="536171"/>
                </a:solidFill>
              </a:rPr>
              <a:t>Community contribution workflow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2A990F-798D-4540-A7DC-15894E04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57800"/>
            <a:ext cx="986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Unbinge is a focused answer to a real behavior problem: keep YouTube’s learning value, remove the binge mechanics.</a:t>
            </a:r>
          </a:p>
        </p:txBody>
      </p:sp>
    </p:spTree>
    <p:extLst>
      <p:ext uri="{BB962C8B-B14F-4D97-AF65-F5344CB8AC3E}">
        <p14:creationId xmlns:p14="http://schemas.microsoft.com/office/powerpoint/2010/main" val="7734601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2026-07-19T16:17:36.6880000Z</dcterms:created>
  <dcterms:modified xsi:type="dcterms:W3CDTF">2026-07-19T16:17:36.6880000Z</dcterms:modified>
</coreProperties>
</file>